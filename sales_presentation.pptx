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201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558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25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456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624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64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74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34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21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87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061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3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07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30800" y="3057709"/>
            <a:ext cx="5618515" cy="977621"/>
          </a:xfrm>
        </p:spPr>
        <p:txBody>
          <a:bodyPr/>
          <a:lstStyle/>
          <a:p>
            <a:r>
              <a:rPr lang="en-IN" dirty="0"/>
              <a:t>TRANSFORMING DATA INTO STRATEGIC DECISIONS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75F67B-F1FD-AC1B-FE18-B7D3FD5AA9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83" r="27941" b="72172"/>
          <a:stretch>
            <a:fillRect/>
          </a:stretch>
        </p:blipFill>
        <p:spPr>
          <a:xfrm>
            <a:off x="824585" y="1203649"/>
            <a:ext cx="6490615" cy="19958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3F5E47-9C5E-CC00-F19F-1AAA83A705F3}"/>
              </a:ext>
            </a:extLst>
          </p:cNvPr>
          <p:cNvSpPr txBox="1"/>
          <p:nvPr/>
        </p:nvSpPr>
        <p:spPr>
          <a:xfrm>
            <a:off x="5719827" y="4435934"/>
            <a:ext cx="3797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 -: Diksha </a:t>
            </a:r>
            <a:r>
              <a:rPr lang="en-IN" dirty="0" err="1"/>
              <a:t>Paramane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370" y="1902550"/>
            <a:ext cx="5624051" cy="2790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- Sales data scattered and difficult to analyze</a:t>
            </a:r>
          </a:p>
          <a:p>
            <a:pPr marL="0" indent="0">
              <a:buNone/>
            </a:pPr>
            <a:r>
              <a:rPr dirty="0"/>
              <a:t>- No single view of category, city, or representative performance</a:t>
            </a:r>
          </a:p>
          <a:p>
            <a:pPr marL="0" indent="0">
              <a:buNone/>
            </a:pPr>
            <a:r>
              <a:rPr dirty="0"/>
              <a:t>- Need for actionable insights to improve sales strategy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F438B7-2494-9BA1-38C5-5AD3608C5D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460"/>
          <a:stretch>
            <a:fillRect/>
          </a:stretch>
        </p:blipFill>
        <p:spPr>
          <a:xfrm>
            <a:off x="658086" y="1677863"/>
            <a:ext cx="7827828" cy="35022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Collect sales data in structured format</a:t>
            </a:r>
          </a:p>
          <a:p>
            <a:pPr marL="0" indent="0">
              <a:buNone/>
            </a:pPr>
            <a:r>
              <a:rPr dirty="0"/>
              <a:t>- Identify best performing city, category, and sales rep</a:t>
            </a:r>
          </a:p>
          <a:p>
            <a:pPr marL="0" indent="0">
              <a:buNone/>
            </a:pPr>
            <a:r>
              <a:rPr dirty="0"/>
              <a:t>- Provide clear insights to guide decision making</a:t>
            </a:r>
          </a:p>
          <a:p>
            <a:pPr marL="0" indent="0">
              <a:buNone/>
            </a:pPr>
            <a:r>
              <a:rPr dirty="0"/>
              <a:t>- Build simple dashboard for quick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83B47B-FC8B-CBBE-4CDF-0691104C26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8" t="22855" r="1926" b="1"/>
          <a:stretch>
            <a:fillRect/>
          </a:stretch>
        </p:blipFill>
        <p:spPr>
          <a:xfrm>
            <a:off x="858416" y="1564598"/>
            <a:ext cx="7427167" cy="37288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Overview of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Total Records: 801</a:t>
            </a:r>
          </a:p>
          <a:p>
            <a:pPr marL="0" indent="0">
              <a:buNone/>
            </a:pPr>
            <a:r>
              <a:rPr dirty="0"/>
              <a:t>- Columns: 8 (Date, Product, Category, Sales Representative, City, No of Units, Price, Amount)</a:t>
            </a:r>
          </a:p>
          <a:p>
            <a:pPr marL="0" indent="0">
              <a:buNone/>
            </a:pPr>
            <a:r>
              <a:rPr dirty="0"/>
              <a:t>- Period covered: 2023 - 2024</a:t>
            </a:r>
          </a:p>
          <a:p>
            <a:pPr marL="0" indent="0">
              <a:buNone/>
            </a:pPr>
            <a:r>
              <a:rPr dirty="0"/>
              <a:t>- Total Sales Amount: 42,123,670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ABC25-ACC5-63DD-1473-4C9CD71152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850"/>
          <a:stretch>
            <a:fillRect/>
          </a:stretch>
        </p:blipFill>
        <p:spPr>
          <a:xfrm>
            <a:off x="838909" y="1808967"/>
            <a:ext cx="7466181" cy="32400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051279-7F50-279C-6B48-ECD276811F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7" t="26145" r="4437" b="11975"/>
          <a:stretch>
            <a:fillRect/>
          </a:stretch>
        </p:blipFill>
        <p:spPr>
          <a:xfrm>
            <a:off x="443204" y="1203648"/>
            <a:ext cx="8257591" cy="4655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327388-13A0-DF4C-0E78-0E1BDEEF494A}"/>
              </a:ext>
            </a:extLst>
          </p:cNvPr>
          <p:cNvSpPr txBox="1"/>
          <p:nvPr/>
        </p:nvSpPr>
        <p:spPr>
          <a:xfrm>
            <a:off x="1308619" y="450921"/>
            <a:ext cx="45766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800151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Insights and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Top City: Chennai</a:t>
            </a:r>
          </a:p>
          <a:p>
            <a:pPr marL="0" indent="0">
              <a:buNone/>
            </a:pPr>
            <a:r>
              <a:rPr dirty="0"/>
              <a:t>- Top Category: Clothing</a:t>
            </a:r>
          </a:p>
          <a:p>
            <a:pPr marL="0" indent="0">
              <a:buNone/>
            </a:pPr>
            <a:r>
              <a:rPr dirty="0"/>
              <a:t>- Best Sales Representative: Karan</a:t>
            </a:r>
          </a:p>
          <a:p>
            <a:pPr marL="0" indent="0">
              <a:buNone/>
            </a:pPr>
            <a:r>
              <a:rPr dirty="0"/>
              <a:t>- Focus marketing efforts on top cities and categories</a:t>
            </a:r>
          </a:p>
          <a:p>
            <a:pPr marL="0" indent="0">
              <a:buNone/>
            </a:pPr>
            <a:r>
              <a:rPr dirty="0"/>
              <a:t>- Provide training to underperforming representatives</a:t>
            </a:r>
          </a:p>
          <a:p>
            <a:pPr marL="0" indent="0">
              <a:buNone/>
            </a:pPr>
            <a:r>
              <a:rPr dirty="0"/>
              <a:t>- Use insights to set future sales targets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B6BEC2-5C80-7520-F14E-472FA228F4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5" t="25851" r="2347" b="13741"/>
          <a:stretch>
            <a:fillRect/>
          </a:stretch>
        </p:blipFill>
        <p:spPr>
          <a:xfrm>
            <a:off x="1443491" y="1576874"/>
            <a:ext cx="6571343" cy="11569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43D947-BE48-58D4-C677-7D8C791050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04" t="15918" r="5408" b="31864"/>
          <a:stretch>
            <a:fillRect/>
          </a:stretch>
        </p:blipFill>
        <p:spPr>
          <a:xfrm>
            <a:off x="1443491" y="2728590"/>
            <a:ext cx="6571343" cy="25525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A66D45-D326-60A2-3472-F07D7C5A3E11}"/>
              </a:ext>
            </a:extLst>
          </p:cNvPr>
          <p:cNvSpPr txBox="1"/>
          <p:nvPr/>
        </p:nvSpPr>
        <p:spPr>
          <a:xfrm>
            <a:off x="2060294" y="1875099"/>
            <a:ext cx="50928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/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410565876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227</TotalTime>
  <Words>166</Words>
  <Application>Microsoft Office PowerPoint</Application>
  <PresentationFormat>On-screen Show (4:3)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PowerPoint Presentation</vt:lpstr>
      <vt:lpstr>Problem Statement</vt:lpstr>
      <vt:lpstr>Data Objective</vt:lpstr>
      <vt:lpstr>Overview of Dataset</vt:lpstr>
      <vt:lpstr>PowerPoint Presentation</vt:lpstr>
      <vt:lpstr>Insights and Actions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dikshaparamane</dc:creator>
  <cp:keywords/>
  <dc:description>generated using python-pptx</dc:description>
  <cp:lastModifiedBy>dikshaparamane@gmail.com</cp:lastModifiedBy>
  <cp:revision>9</cp:revision>
  <dcterms:created xsi:type="dcterms:W3CDTF">2013-01-27T09:14:16Z</dcterms:created>
  <dcterms:modified xsi:type="dcterms:W3CDTF">2025-09-12T09:52:37Z</dcterms:modified>
  <cp:category/>
</cp:coreProperties>
</file>